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A8D6"/>
                </a:solidFill>
                <a:latin typeface="Tahoma"/>
                <a:cs typeface="Tahoma"/>
                <a:ea typeface="Tahoma"/>
              </a:rPr>
              <a:t>ธนาคารออมสิน · GSB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ทบทวนขอบเขตหลังปิดการขาย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วาระการประชุม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0584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1. สถานะใหม่ของระบบ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ปิดการขายแล้ว เหลือรอจ่ายคืน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2. สิ่งที่เปลี่ยนจากแผนเดิม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เหตุผลเชิงลงทุนเปลี่ยนทั้งหมด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3. ทบทวนฟังก์ชัน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คงไว้อะไร ตัดอะไร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4. ความเสี่ยงที่ยังต้องปิด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ปิดการขายไม่ได้ทำให้ปลอดภัยขึ้น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5. ตัวอย่างหน้าจอโหมดจ่ายคืน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ให้เห็นภาพก่อนตัดสินใจ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6. แผนงานที่ปรับใหม่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ตัดอะไร เพิ่มอะไร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7. สิ่งที่ต้องการให้ตัดสินใจ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5 ข้อที่ต้องได้คำตอบ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สถานะใหม่ของระบบ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สลากธนโชคปิดการขายแล้ว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1143000"/>
          </a:xfrm>
          <a:prstGeom prst="roundRect">
            <a:avLst/>
          </a:prstGeom>
          <a:solidFill>
            <a:srgbClr val="F7ECC8"/>
          </a:solidFill>
          <a:ln w="1778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81328"/>
            <a:ext cx="104241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ระบบเข้าสู่ </a:t>
            </a:r>
            <a:r>
              <a:rPr sz="18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โหมดจ่ายคืน (Run-off)</a:t>
            </a:r>
            <a:r>
              <a:rPr sz="18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 — ไม่มีการขายใหม่ เหลือเพียงรอให้ผู้ถือสลากมาถอน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เป้าหมายของระบบเปลี่ยนจาก 'ให้บริการต่อเนื่อง' เป็น 'จ่ายคืนให้ครบ แล้วปิดระบบ'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สิ่งนี้เปลี่ยนอะไรบ้าง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งานที่ต้องทำลดลงมาก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เหลือเฉพาะการจ่ายคืน ความปลอดภัย และแผนปิดระบบ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50208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50208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ไม่ควรลงทุนรื้อระบบอีกแล้ว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งานยกระดับสถาปัตยกรรมและ CI/CD ควรพับเก็บ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700016"/>
            <a:ext cx="118872" cy="6583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188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ความปลอดภัยยังต้องแก้เท่าเดิม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ข้อมูลลูกค้าและเงินยังอยู่ในระบบ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9824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49824"/>
            <a:ext cx="118872" cy="65836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6869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ต้องเพิ่มเรื่องที่แผนเดิมไม่มี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แผนปิดระบบ และการจัดการยอดที่ไม่มีผู้มาถอน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สิ่งที่เปลี่ยน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เหตุผลเชิงลงทุนเปลี่ยนทั้งหมด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45720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4297680" cy="45720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16552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4023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แผนเดิม (ระบบเปิดขาย)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444752"/>
            <a:ext cx="41422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แผนใหม่ (โหมดจ่ายคืน)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828800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56231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เป้าหมายระบบ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856231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ให้บริการต่อเนื่องระยะยาว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856231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จ่ายคืนผู้ถือให้ครบ แล้วปิดระบบ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404872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2404872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32303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ยกระดับ/พัฒนาใหม่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32303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เสนอให้ประเมิน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432303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ตัดออก — ไม่คุ้มที่จะรื้อระบบที่จะปิด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8094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980944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980944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08375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ความพร้อมใช้งาน (HA)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008375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ต้องการสูง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08375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ลดระดับได้ — ธุรกรรมต่ำมาก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57015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34640" y="3557015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3557015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7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เวลากู้คืน (RTO)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3584447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ต้องสั้น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84447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ยืดหยุ่นได้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33087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4133087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60" y="4133087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160520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ความปลอดภัย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160520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ต้องแก้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60520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ยังต้องแก้เหมือนเดิม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59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4640" y="4709159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709159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736592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ร่องรอยตรวจสอบ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736592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ต้องมี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36592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สำคัญขึ้น — เป็นหลักฐานการจ่ายคืน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85231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5285231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23760" y="5285231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12664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สิ่งที่ต้องเพิ่ม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5312664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12664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แผนปิดระบบ + จัดการยอดที่ไม่มีผู้มาถอน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ทบทวนฟังก์ชัน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ทบทวนฟังก์ชันทั้งหมด 21 รายการ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แบ่งตามว่าฟังก์ชันนั้นยังจำเป็นต่อการจ่ายคืนหรือไม่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75304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คงไว้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จำเป็นต่อการจ่ายคืน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828800"/>
            <a:ext cx="3575304" cy="10972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34D80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ตัดออก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ไม่มีการขายแล้ว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828800"/>
            <a:ext cx="3575304" cy="10972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รอตัดสินใจ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ขึ้นกับนโยบาย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คงไว้ — 8 ฟังก์ชันที่ระบบยังต้องทำได้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ขอบเขตขั้นต่ำที่ระบบต้องทำได้จนกว่าจะปิดระบบจริง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A1 · ค้นหาผู้ถือสลาก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จุดเริ่มต้นของทุกเคสเมื่อลูกค้าเข้าสาขา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2706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2706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8738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A2 · แสดงยอดที่ต้องจ่ายคืน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8738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เงินต้น + สิทธิ์ค้างจ่าย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2804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A3 · บันทึกการถอน/จ่ายคืน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2804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ธุรกรรมเดียวที่ยังเกิดขึ้นจริง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0838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0838" y="214884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6869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A4 · ตรวจเงินรางวัลค้างจ่าย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6869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งวดเก่าที่ยังไม่มีผู้มารับ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A5 · ประวัติธุรกรรม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หลักฐานการจ่ายคืนและการตรวจสอบ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2706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2706" y="370332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8738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A6 · รายงานยอดคงค้าง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8738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ภาระผูกพันที่เหลือของฝ่ายบัญชี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6772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6772" y="370332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2804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A7 · งานปิด/ย้ายสาขา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04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สาขาทยอยปิด ต้องย้ายข้อมูลผู้ถือ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90838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0838" y="370332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46869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A8 · จัดการสิทธิ์ผู้ใช้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6869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ควบคุมว่าใครจ่ายเงินได้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ตัดออก — 7 ฟังก์ชันที่ไม่มีความหมายแล้ว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417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94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ฟังก์ชัน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5308" y="1417320"/>
            <a:ext cx="352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2468" y="1463040"/>
            <a:ext cx="330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เหตุผล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วิธีจัดการ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ขาย/ซื้อสลากใหม่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5308" y="1828800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2468" y="1856231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ไม่เปิดขายแล้ว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 + ปิดสิทธิ์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49285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476717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ฝากสลากเพิ่ม / ต่ออายุ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5308" y="2449285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02468" y="2476717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ไม่มีการเพิ่มยอดอีก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449285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476717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9771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097203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จัดสรรและออกเลขสลาก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5308" y="3069771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2468" y="3097203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069771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097203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+ หยุด job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90257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717689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ประมวลผลออกรางวัลงวดใหม่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65308" y="3690257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2468" y="3717689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ไม่มีงวดใหม่แล้ว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3690257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3717689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แต่เก็บผลงวดเก่าไว้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10742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338174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รายงานยอดขาย / เป้า / อันดับสาขา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5308" y="4310742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468" y="4338174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ไม่มีการขายให้วัด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310742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338174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ปิดรายงาน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931228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958660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ตัวเลขการขายบนหน้าภาพรวม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5308" y="4931228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2468" y="4958660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ไม่มีความหมายแล้ว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4931228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4958660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เปลี่ยนเป็นตัวเลขการจ่ายคืน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551714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579146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งานพิมพ์/จัดส่งสลาก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65308" y="5551714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02468" y="5579146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40310" y="5551714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77470" y="5579146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สำคัญ: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"ตัดออก" คือปิดการใช้งานและปิดสิทธิ์เท่านั้น — ห้ามลบข้อมูลเดิม ยังต้องเก็บเพื่อการตรวจสอบและการจ่ายคืน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รอตัดสินใจ — 6 ประเด็นที่ต้องให้เจ้าของระบบชี้ขาด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62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39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ประเด็น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5308" y="1417320"/>
            <a:ext cx="407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468" y="1463040"/>
            <a:ext cx="385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ทางเลือก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ผลต่อขอบเขตงาน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โอนสลาก / กรณีทายาท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08" y="18288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468" y="18562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คงไว้เฉพาะมรดก หรือใช้เอกสารแทน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ถ้าคงไว้ ต้องคงหน้าจอโอน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527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801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 (Feed)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15308" y="25527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2468" y="25801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ปลายทางยังต้องการไหม · ลดความถี่ได้ไหม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5527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5801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ถ้าเลิกส่ง ตัดได้ทั้งชุด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76599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3040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การคิดผลตอบแทน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5308" y="3276599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2468" y="33040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เดินต่อจนวันถอน หรือหยุด ณ วันที่กำหนด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276599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3040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กระทบสูตรคำนวณยอดจ่ายคืน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0005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279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ติดตามผู้ถือที่ยังไม่มาถอน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08" y="40005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468" y="40279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มีแคมเปญตามตัวไหม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40005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40279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ถ้ามี ต้องเพิ่มรายงานติดตาม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44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7518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เงินที่ไม่มีผู้มาถอน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08" y="47244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52468" y="47518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จัดการตามระเบียบอย่างไร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7244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7518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ต้องมีขั้นตอนและรายงานรองรับ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4483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4757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กำหนดวันปิดระบบ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08" y="54483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52468" y="54757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มีกำหนดชัด หรือรอจนผู้ถือหมด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54483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54757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เป็นตัวกำหนดว่าจะลงทุนแค่ไหน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ความเสี่ยง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ปิดการขายไม่ได้ทำให้ระบบปลอดภัยขึ้น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ข้อมูลลูกค้าและเงินยังอยู่ในระบบ ผู้ตรวจสอบยังตรวจระบบที่ยังมีข้อมูล — 3 เรื่องนี้ยังเร่งด่วนเท่าเดิม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64208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รหัสผ่านเริ่มต้นถูกใช้ซ้ำทุกเครื่องและเก็บไว้ในเอกสาร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9456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บัญชีผู้ดูแลของทั้งสองเครื่องใช้รหัสผ่านชุดเดียวกัน และถูกบันทึกในเอกสารที่เปิดอ่านได้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633472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ผู้ที่เข้าถึงเอกสารได้ = เข้าถึงข้อมูลลูกค้าและรายการจ่ายเงินได้ทันที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3493008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9300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3649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โปรแกรมพื้นฐานหมดการสนับสนุน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76732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ตัวรันโปรแกรมและตัวให้บริการเว็บที่ใช้อยู่ ไม่มีผู้ผลิตดูแลและออกแพตช์แล้ว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420624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ช่องโหว่ที่พบใหม่จะไม่มีทางแก้ และไม่ผ่านการสแกนตามมาตรฐานธนาคาร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09744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09744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065776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657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4937759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ไม่มีเครื่องสำรองและยังไม่ได้ตกลงเวลากู้คืน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5340096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มีเครื่องละ 1 ตัว หากเสียหายต้องกู้คืนใหม่ทั้งหมด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77900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ระดับความเร่งด่วนลดลงได้ในโหมดนี้ แต่ยังต้องตกลงเวลากู้คืนที่ยอมรับได้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1 · ภาพรวมการจ่ายคืน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เปลี่ยนจากวัด 'การขาย' มาวัดความคืบหน้าการจ่ายคืน — เหลืออีกเท่าไร และอีกนานแค่ไหนจะปิดระบบได้</a:t>
            </a:r>
          </a:p>
        </p:txBody>
      </p:sp>
      <p:pic>
        <p:nvPicPr>
          <p:cNvPr id="8" name="Picture 7" descr="screen1-payou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2 · ค้นหาผู้ถือสลาก และจ่ายคืน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หน้าจอที่สำคัญที่สุดในโหมดนี้ — ค้นหา ตรวจยอดที่ต้องจ่าย แล้วบันทึกการจ่ายคืนจบในหน้าเดียว</a:t>
            </a:r>
          </a:p>
        </p:txBody>
      </p:sp>
      <p:pic>
        <p:nvPicPr>
          <p:cNvPr id="8" name="Picture 7" descr="screen2-search-p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3 · รายงานความคืบหน้าการจ่ายคืน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หน้าจอใหม่แทนหน้าติดตาม Feed — เหลือผู้ถือกี่ราย สาขาไหนช้า และควรกำหนดวันปิดระบบเมื่อใด</a:t>
            </a:r>
          </a:p>
        </p:txBody>
      </p:sp>
      <p:pic>
        <p:nvPicPr>
          <p:cNvPr id="8" name="Picture 7" descr="screen3-progress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แผนงาน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แผนงานที่ปรับใหม่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จาก 4 เฟสเดิม เหลือ 3 เฟสที่ลดขนาดแล้ว ตัด 1 เฟส และเพิ่มเฟสปิดระบบ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83080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783080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ปิดความเสี่ยงเร่งด่วน · คงไว้ทั้งหมด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5856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เปลี่ยนรหัสผ่านทุกบัญชี · แยกบัญชีรายบุคคล · ลบรหัสออกจากเอกสาร · จำกัดการเข้าถึงเครือข่าย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70048"/>
            <a:ext cx="118872" cy="74980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670048"/>
            <a:ext cx="1554480" cy="749808"/>
          </a:xfrm>
          <a:prstGeom prst="round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70048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2670048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761488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ทำให้ดูแลได้จริง · ลดขนาด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14553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สำรองข้อมูล + ซ้อมกู้คืน · เฝ้าระวังเท่าที่จำเป็น · ถ้าเลิก Feed ตัดส่วนนั้นทิ้ง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57015"/>
            <a:ext cx="118872" cy="74980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557015"/>
            <a:ext cx="1554480" cy="749808"/>
          </a:xfrm>
          <a:prstGeom prst="round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57015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3557015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3648456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คุมการเปลี่ยนแปลง · ลดเหลือเท่าที่จำเป็น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032504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คุมสิทธิ์การแก้ไข · เก็บเอกสารปฏิบัติการ (ระบบแทบไม่มีการแก้ไขแล้ว)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43983"/>
            <a:ext cx="118872" cy="74980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4443983"/>
            <a:ext cx="1554480" cy="749808"/>
          </a:xfrm>
          <a:prstGeom prst="round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443983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4443983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35423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ยกระดับ/พัฒนาใหม่ · ตัดออก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919471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ไม่คุ้มที่จะรื้อระบบที่กำลังจะปิด — เป็นการประหยัดที่ใหญ่ที่สุดจากเงื่อนไขใหม่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30951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330951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30951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14600" y="5330951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5422391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แผนปิดระบบ · เพิ่มใหม่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8920" y="580644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กำหนดวันปิด · จัดการยอดที่ไม่มีผู้มาถอน · เก็บข้อมูลถาวร · ปลดระวางเครื่อง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สิ่งที่ต้องการจากเจ้าของระบบ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5 ข้อที่อยากได้คำตอบวันนี้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ปลายทางของ Feed ยังต้องการข้อมูลไหม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17904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ถ้าไม่ ตัดได้ทั้งชุด — ประหยัดงานมากที่สุดทันที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231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มีกำหนดวันปิดระบบหรือยัง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50592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เป็นตัวกำหนดว่าจะลงทุนกับระบบแค่ไหน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เหลือผู้ถือกี่ราย ยอดคงค้างเท่าไร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ใช้ประเมินว่าต้องรันระบบอีกนานเท่าใด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9664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169664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8853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ยอดจ่ายคืนคิดอย่างไร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15968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ยังคิดผลตอบแทนต่อ หรือหยุด ณ วันที่กำหนด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02352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02352"/>
            <a:ext cx="118872" cy="84124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2122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เงินที่ไม่มีผู้มาถอนจัดการอย่างไร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48656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ตามระเบียบใด และต้องมีรายงานอะไรรองรับ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ขั้นถัดไป: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เริ่ม Phase 1 ได้ทันทีโดยไม่ต้องรอคำตอบข้ออื่น — เป็นงานที่ใช้เวลาน้อยแต่ลดความเสี่ยงได้มากที่สุด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ขอบคุณครับ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